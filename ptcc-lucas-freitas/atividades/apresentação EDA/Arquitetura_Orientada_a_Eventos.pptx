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ARQUITETURAIS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Orientada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Eventos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Sistema de Gerenciamento de Bibliotecas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Pascoal · Gabriel Dias · Lucas Freitas · Vinícius Moreira · Zaion Felizardo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Arquitetura Orientada a Eventos?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padrão arquitetural em que os componentes do sistema se comunicam por meio de eventos — mudanças de estado que são emitidas, detectadas e tratadas de forma assíncrona, sem que um módulo precise chamar o outro diretamente.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73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fato que aconteceu no sistema.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"livro devolvido".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5146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054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205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que gera e publica o evento quando algo ocorre.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6374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637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Canal/barramento que recebe e distribui os eventos.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0" y="25146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06940" y="2788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069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que reage ao evento de forma independente.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funciona, na prática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aplicado à biblioteca: devolução de um livro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devolve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livro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10312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794760" y="2103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"LivroDevolvido"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publicado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210312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766560" y="2103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é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10312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738360" y="2103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383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Reações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606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agem em paralelo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55368" y="41605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46808" y="4160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do livro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07128" y="41605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98568" y="4160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reserva para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da fila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58888" y="41605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50328" y="41605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no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consumidor reage de forma independente, sem que o produtor precise saber quem está "ouvindo" o evento.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contexto: Sistema de Gerenciamento de Bibliotecas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web/app para controle de acervo, empréstimos, devoluções e reservas de uma biblioteca — projeto acadêmico desenvolvido em equipe (Front-end, Back-end, Divulgação e Documentação).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fluxos do sistema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livros e usuários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749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 e devolução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livros indisponíveis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de atraso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4754880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866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atual do sistema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148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pequeno/médio, uso acadêmico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743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697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usuários simultâneos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337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majoritariamente síncrono (requisição → resposta)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931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provável: monólito simples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Devemos aplicar EDA no projeto?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2344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mas de forma pontual, não como arquitetura geral do sistema.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é, em sua essência, um CRUD tradicional (cadastro, empréstimo, devolução), bem atendido por chamadas diretas entre Front-end e Back-end. Adotar EDA como base geral criaria complexidade e infraestrutura (broker de mensagens) desproporcionais ao porte do projeto.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conceito se encaixa bem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78892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Devolução → evento libera a reserva do próximo da fila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44728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34472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 perto do prazo → evento dispara notificação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4105656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056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→ evento gera alerta automático ao usuário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parcial: aplicar eventos apenas nesses pontos específicos de notificação/atualização, mantendo o restante do sistema em fluxo direto.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da Arquitetura Orientada a Eventos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81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Desacoplamento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11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e consumidores não precisam se conhecer diretamente.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600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581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11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consequência do desacoplamento, novos consumidores podem ser adicionados sem alterar o núcleo do sistema.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tempo real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06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como notificações acontecem assim que o evento ocorre.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assíncrono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06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demoradas não bloqueiam a resposta ao usuário.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Desvantagens da Arquitetura Orientada a Eventos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8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81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extra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11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peças móveis: broker, filas, contratos de evento.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600200"/>
            <a:ext cx="548640" cy="54864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581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adicional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11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um sistema de mensageria — um software à parte (ex: RabbitMQ, Kafka) — para fazer o papel do broker, nem sempre necessário em projetos pequenos.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Depuração mais difícil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06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algo falha, é preciso rastrear várias etapas separadas — evento, broker e consumidor — em vez de seguir uma única chamada direta.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3794760"/>
            <a:ext cx="548640" cy="548640"/>
          </a:xfrm>
          <a:prstGeom prst="ellipse">
            <a:avLst/>
          </a:prstGeom>
          <a:solidFill>
            <a:srgbClr val="B349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062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precisa aprender conceitos novos, como broker e comunicação assíncrona, além do conteúdo já previsto no prazo acadêmico.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2763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Orientada a Eventos é um padrão poderoso para sistemas que exigem reação em tempo real e alta escalabilidade.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8775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porte do nosso sistema de biblioteca, aplicá-la de forma total não se justifica: aumentaria a complexidade sem benefício proporcional.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4787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ideal é usar o conceito de forma pontual — em notificações e atualizações de status (devolução, reserva, atraso) — mantendo o restante do sistema simples e direto.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4572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0799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abordagem também deixa o sistema preparado para crescer, caso o projeto evolua além do escopo acadêmico.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1414455" y="6263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14455" y="6263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2026-08-30T03:11:39Z</dcterms:created>
  <dcterms:modified xsi:type="dcterms:W3CDTF">2026-08-30T03:11:39Z</dcterms:modified>
</cp:coreProperties>
</file>