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7" r:id="rId2"/>
    <p:sldId id="329" r:id="rId3"/>
    <p:sldId id="328" r:id="rId4"/>
    <p:sldId id="331" r:id="rId5"/>
    <p:sldId id="330" r:id="rId6"/>
    <p:sldId id="303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4EA0F-E50F-4B6D-AF12-AF5D61B6B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F32F85-1699-4709-A683-4E1F70CAA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32D500-83B4-4120-902A-BA82549A1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BDC-CD43-4E58-88FB-DD746C2E14F4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18FD8F-7FC9-42CA-816B-B78CBC43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9EE850-6FD9-43E1-ABBB-4608D627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A671-E995-42DE-9E87-3FCB1E84ED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65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ABF9C-0230-46F5-B7F5-E7A06A38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183A78-E5D3-4434-8561-98C570326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A4E5B8-C2D7-4DAD-87B9-C4562FAA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BDC-CD43-4E58-88FB-DD746C2E14F4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F1D836-ADE1-4221-AAA0-9101CB1E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87B5C9-CDC8-48CA-87C3-B2D61A06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A671-E995-42DE-9E87-3FCB1E84ED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1792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FA9F1-713D-4BFB-AF0E-FF57EF5F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732DD-24CF-44F9-ABFD-C0E9A5E7D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E4B39-07FD-4871-B79A-B43E5762D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BDC-CD43-4E58-88FB-DD746C2E14F4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C06F35-214A-40CA-A96C-3256AAE3C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D88BDE-3D7A-476C-8C16-1C2AF503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A671-E995-42DE-9E87-3FCB1E84ED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995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62E75-47B7-4375-A8CC-CB37275F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A32645-304C-4905-83F9-3BCE1BB7E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B5380F-0C35-4DD6-A9EF-C94113175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FB5199-C078-4831-95EA-AC55B439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BDC-CD43-4E58-88FB-DD746C2E14F4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6CB2B6-91EE-4D82-B3C2-AB4A1F34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A7C749-805D-416E-A515-28BEB33E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A671-E995-42DE-9E87-3FCB1E84ED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8199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3120A-5E3C-4A8C-9024-AEBE7659A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F3EFC2-3F45-43D5-A706-7E238F8D2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480F62-0553-4DE5-ADAD-FA36CDC19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C4E45D-8920-4D6C-A597-1FD261EFC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A892AC-7E0F-4659-B4D2-08356F1E5F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B5B49B6-879B-4472-99F4-88900341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BDC-CD43-4E58-88FB-DD746C2E14F4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F2666AC-EAC4-4680-89B0-3F96A1AF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522ED0B-0E4C-4394-ABBB-B8839C93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A671-E995-42DE-9E87-3FCB1E84ED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546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D31D8-B9E8-4B03-85D3-CF8072572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D3D7DBC-40B3-4C70-A9F8-3CC68ECA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BDC-CD43-4E58-88FB-DD746C2E14F4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543C32-31C2-47EE-928B-7EB49092B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620D69-9E91-47C2-88FB-ABDEDC526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A671-E995-42DE-9E87-3FCB1E84ED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861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1FDCD1-B6B0-47F1-857F-5294FAD8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BDC-CD43-4E58-88FB-DD746C2E14F4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20A03E-D115-43EA-886E-4A60E943B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D8C748-BBD9-40E7-B54B-1E4754B76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A671-E995-42DE-9E87-3FCB1E84ED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72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5710E-99DF-4AE0-908B-AD1AFD28A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9CAEB4-4DED-4A53-B443-3DD0FDD94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0443FD-56E7-494C-8F2E-9BF8B12CA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EC6DA2-7CCA-4B60-9407-24AA2B00C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BDC-CD43-4E58-88FB-DD746C2E14F4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7FDEE7-9863-45B5-AEA0-3A0174F43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014665-C766-44D8-96D9-A39BD66A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A671-E995-42DE-9E87-3FCB1E84ED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525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A4DC1-E1ED-4A9A-AA93-5B4025E2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BF3837-B5DB-4080-8F57-1B954DFC0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4FE1B5-6766-4771-BE60-3631AF9B5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C4152F-4BF2-444B-8422-BA171D594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BDC-CD43-4E58-88FB-DD746C2E14F4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4E60E0-0F68-417A-BE92-3C84E437B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BCA6C3-134C-4701-896A-9C2EC44C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A671-E995-42DE-9E87-3FCB1E84ED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641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93ECC-452D-4A93-A295-18A94774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EB9E24-38AD-499D-B7EA-29010734A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40EC9D-5C9D-4713-B6E6-31402073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BDC-CD43-4E58-88FB-DD746C2E14F4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062BAF-7DB9-424A-A9A0-07D74A9C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427414-A11B-45F5-B2FA-A727BE57B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A671-E995-42DE-9E87-3FCB1E84ED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283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609F52-7631-41A0-BAF3-45BE37127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2FCD91-C7DD-43EE-92A1-083AEDA80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4990FC-063D-410B-8C9E-4075E06A7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BDC-CD43-4E58-88FB-DD746C2E14F4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945953-21AB-456E-8DA1-0BAB036E9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C6F03F-365E-44F0-B8B8-203A2BBEF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A671-E995-42DE-9E87-3FCB1E84ED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456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DE5620-5564-4216-8A85-9CCC6F7C5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2C3E22-B21E-4429-A3B3-B0E3E1C99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2BA2AC-4C06-4C2B-B93E-AFB3358B0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02BDC-CD43-4E58-88FB-DD746C2E14F4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2D5E59-F7F8-40B1-B150-3567753EA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75037B-CFE2-450E-986E-CB81E1B75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6A671-E995-42DE-9E87-3FCB1E84ED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737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0407" y="1"/>
            <a:ext cx="9721080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	Técnicas de levantamento de requisitos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143001"/>
            <a:ext cx="8229600" cy="233498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São utilizadas na </a:t>
            </a:r>
            <a:r>
              <a:rPr lang="pt-BR" b="1" dirty="0"/>
              <a:t>Análise de Sistemas</a:t>
            </a:r>
            <a:r>
              <a:rPr lang="pt-BR" dirty="0"/>
              <a:t> para identificar, compreender, registrar e validar as necessidades dos usuários e as funcionalidades que um sistema deve possuir.</a:t>
            </a:r>
          </a:p>
        </p:txBody>
      </p:sp>
      <p:pic>
        <p:nvPicPr>
          <p:cNvPr id="1026" name="Picture 2" descr="Levantamento de Requisitos no desenvolvimento de software">
            <a:extLst>
              <a:ext uri="{FF2B5EF4-FFF2-40B4-BE49-F238E27FC236}">
                <a16:creationId xmlns:a16="http://schemas.microsoft.com/office/drawing/2014/main" id="{02B54B22-F236-944A-EB2D-FC4E50E90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809" y="3573016"/>
            <a:ext cx="3895911" cy="259727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25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8734" y="4608"/>
            <a:ext cx="10497402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Principais técnicas de levantamento de requisitos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A50D49-9BB4-2AC1-C891-FF04D585F5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7767" y="1147608"/>
            <a:ext cx="8676456" cy="6042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b="1" dirty="0">
                <a:latin typeface="Arial" panose="020B0604020202020204" pitchFamily="34" charset="0"/>
              </a:rPr>
              <a:t>Entrevistas:</a:t>
            </a:r>
            <a:r>
              <a:rPr lang="pt-BR" altLang="pt-BR" sz="1800" dirty="0">
                <a:latin typeface="Arial" panose="020B0604020202020204" pitchFamily="34" charset="0"/>
              </a:rPr>
              <a:t> conversas com usuários, clientes e responsáveis pelo processo para identificar necessidades e problemas.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b="1" dirty="0">
                <a:latin typeface="Arial" panose="020B0604020202020204" pitchFamily="34" charset="0"/>
              </a:rPr>
              <a:t>Exemplo: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Exemplo de entrevista — Sistema de biblioteca</a:t>
            </a: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Analista: Qual é o principal problema que vocês enfrentam atualmente?</a:t>
            </a: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Funcionário: O controle dos empréstimos dos livros é feito manualmente e acaba gerando erros.</a:t>
            </a: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Analista: Como os empréstimos são registrados atualmente?</a:t>
            </a: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Funcionário: Anotamos em uma planilha o nome do aluno, o livro emprestado e a data de devolução.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b="1" dirty="0">
                <a:latin typeface="Arial" panose="020B0604020202020204" pitchFamily="34" charset="0"/>
              </a:rPr>
              <a:t>Questionários:</a:t>
            </a:r>
            <a:r>
              <a:rPr lang="pt-BR" altLang="pt-BR" sz="1800" dirty="0">
                <a:latin typeface="Arial" panose="020B0604020202020204" pitchFamily="34" charset="0"/>
              </a:rPr>
              <a:t> coleta de informações de um número maior de pessoas por meio de perguntas estruturadas.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8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b="1" dirty="0">
                <a:latin typeface="Arial" panose="020B0604020202020204" pitchFamily="34" charset="0"/>
              </a:rPr>
              <a:t>Exemplo: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Quais problemas você enfrenta atualmente no controle da biblioteca?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Que melhoria você gostaria que o novo sistema oferecesse?</a:t>
            </a:r>
            <a:endParaRPr lang="pt-BR" alt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535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4783" y="-204395"/>
            <a:ext cx="11737217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	Principais técnicas de levantamento de requisitos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A50D49-9BB4-2AC1-C891-FF04D585F5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4783" y="680076"/>
            <a:ext cx="11600329" cy="6405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b="1" dirty="0">
                <a:latin typeface="Arial" panose="020B0604020202020204" pitchFamily="34" charset="0"/>
              </a:rPr>
              <a:t>Observação:</a:t>
            </a:r>
            <a:r>
              <a:rPr lang="pt-BR" altLang="pt-BR" sz="1800" dirty="0">
                <a:latin typeface="Arial" panose="020B0604020202020204" pitchFamily="34" charset="0"/>
              </a:rPr>
              <a:t> acompanhamento dos usuários durante a execução de suas atividades para entender como os processos realmente funcionam.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8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b="1" dirty="0">
                <a:latin typeface="Arial" panose="020B0604020202020204" pitchFamily="34" charset="0"/>
              </a:rPr>
              <a:t>Exemplo:</a:t>
            </a:r>
          </a:p>
          <a:p>
            <a:pPr marL="0" indent="0">
              <a:buNone/>
            </a:pPr>
            <a:r>
              <a:rPr lang="pt-BR" sz="1400" b="1" dirty="0"/>
              <a:t>Observação realizada:</a:t>
            </a:r>
            <a:endParaRPr lang="pt-BR" sz="1400" dirty="0"/>
          </a:p>
          <a:p>
            <a:pPr marL="0" indent="0">
              <a:buNone/>
            </a:pPr>
            <a:r>
              <a:rPr lang="pt-BR" sz="1400" dirty="0"/>
              <a:t>O analista acompanha o trabalho do funcionário durante um período e observa que:</a:t>
            </a:r>
          </a:p>
          <a:p>
            <a:pPr marL="0" indent="0">
              <a:buNone/>
            </a:pPr>
            <a:r>
              <a:rPr lang="pt-BR" sz="1400" dirty="0"/>
              <a:t>O funcionário recebe o pedido do aluno para emprestar um livro. </a:t>
            </a:r>
          </a:p>
          <a:p>
            <a:pPr marL="0" indent="0">
              <a:buNone/>
            </a:pPr>
            <a:r>
              <a:rPr lang="pt-BR" sz="1400" dirty="0"/>
              <a:t>Procura o livro em uma planilha para verificar se está disponível. </a:t>
            </a:r>
          </a:p>
          <a:p>
            <a:pPr marL="0" indent="0">
              <a:buNone/>
            </a:pPr>
            <a:r>
              <a:rPr lang="pt-BR" sz="1400" dirty="0"/>
              <a:t>Anota o nome do aluno e os dados do livro em um caderno.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b="1" dirty="0">
                <a:latin typeface="Arial" panose="020B0604020202020204" pitchFamily="34" charset="0"/>
              </a:rPr>
              <a:t>Brainstorming:</a:t>
            </a:r>
            <a:r>
              <a:rPr lang="pt-BR" altLang="pt-BR" sz="1800" dirty="0">
                <a:latin typeface="Arial" panose="020B0604020202020204" pitchFamily="34" charset="0"/>
              </a:rPr>
              <a:t> geração de ideias em grupo para identificar requisitos, problemas e alternativas.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b="1" dirty="0">
                <a:latin typeface="Arial" panose="020B0604020202020204" pitchFamily="34" charset="0"/>
              </a:rPr>
              <a:t>Exemplo:</a:t>
            </a:r>
          </a:p>
          <a:p>
            <a:pPr marL="0" indent="0">
              <a:buNone/>
            </a:pPr>
            <a:r>
              <a:rPr lang="pt-BR" sz="1400" b="1" dirty="0"/>
              <a:t>Analista:</a:t>
            </a:r>
            <a:r>
              <a:rPr lang="pt-BR" sz="1400" dirty="0"/>
              <a:t> Quais funcionalidades vocês gostariam que o novo sistema tivesse? Neste primeiro momento, todas as ideias são bem-vindas.</a:t>
            </a:r>
          </a:p>
          <a:p>
            <a:pPr marL="0" indent="0">
              <a:buNone/>
            </a:pPr>
            <a:r>
              <a:rPr lang="pt-BR" sz="1400" b="1" dirty="0"/>
              <a:t>Funcionário:</a:t>
            </a:r>
            <a:r>
              <a:rPr lang="pt-BR" sz="1400" dirty="0"/>
              <a:t> Cadastro de livros.</a:t>
            </a:r>
          </a:p>
          <a:p>
            <a:pPr marL="0" indent="0">
              <a:buNone/>
            </a:pPr>
            <a:r>
              <a:rPr lang="pt-BR" sz="1400" b="1" dirty="0"/>
              <a:t>Aluno:</a:t>
            </a:r>
            <a:r>
              <a:rPr lang="pt-BR" sz="1400" dirty="0"/>
              <a:t> Pesquisa de livros por título e autor.</a:t>
            </a:r>
          </a:p>
          <a:p>
            <a:pPr marL="0" indent="0">
              <a:buNone/>
            </a:pPr>
            <a:r>
              <a:rPr lang="pt-BR" sz="1400" b="1" dirty="0"/>
              <a:t>Gestor:</a:t>
            </a:r>
            <a:r>
              <a:rPr lang="pt-BR" sz="1400" dirty="0"/>
              <a:t> Relatórios de empréstimos.</a:t>
            </a:r>
          </a:p>
          <a:p>
            <a:pPr marL="0" indent="0">
              <a:buNone/>
            </a:pPr>
            <a:r>
              <a:rPr lang="pt-BR" sz="1400" b="1" dirty="0"/>
              <a:t>Funcionário:</a:t>
            </a:r>
            <a:r>
              <a:rPr lang="pt-BR" sz="1400" dirty="0"/>
              <a:t> Controle automático de devoluções atrasadas.</a:t>
            </a:r>
          </a:p>
          <a:p>
            <a:pPr marL="0" indent="0">
              <a:buNone/>
            </a:pPr>
            <a:r>
              <a:rPr lang="pt-BR" sz="1400" b="1" dirty="0"/>
              <a:t>Aluno:</a:t>
            </a:r>
            <a:r>
              <a:rPr lang="pt-BR" sz="1400" dirty="0"/>
              <a:t> Poder reservar um livro que está emprestado.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61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7974" y="-214907"/>
            <a:ext cx="11496600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	Principais técnicas de levantamento de requisitos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A50D49-9BB4-2AC1-C891-FF04D585F5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57772" y="830111"/>
            <a:ext cx="8676456" cy="5671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b="1" dirty="0">
                <a:latin typeface="Arial" panose="020B0604020202020204" pitchFamily="34" charset="0"/>
              </a:rPr>
              <a:t>Análise de documentos:</a:t>
            </a:r>
            <a:r>
              <a:rPr lang="pt-BR" altLang="pt-BR" sz="1800" dirty="0">
                <a:latin typeface="Arial" panose="020B0604020202020204" pitchFamily="34" charset="0"/>
              </a:rPr>
              <a:t> estudo de formulários, relatórios, contratos, manuais e sistemas existentes.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b="1" dirty="0">
                <a:latin typeface="Arial" panose="020B0604020202020204" pitchFamily="34" charset="0"/>
              </a:rPr>
              <a:t>Exemplos: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r>
              <a:rPr lang="pt-BR" sz="1400" dirty="0"/>
              <a:t>O analista solicita alguns documentos utilizados atualmente: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Ficha de cadastro dos alunos;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Ficha de cadastro dos livros;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Formulário de empréstimo;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Formulário de devolução;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Relatórios de livros emprestados;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Regras internas da biblioteca.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b="1" dirty="0">
                <a:latin typeface="Arial" panose="020B0604020202020204" pitchFamily="34" charset="0"/>
              </a:rPr>
              <a:t>Prototipação:</a:t>
            </a:r>
            <a:r>
              <a:rPr lang="pt-BR" altLang="pt-BR" sz="1800" dirty="0">
                <a:latin typeface="Arial" panose="020B0604020202020204" pitchFamily="34" charset="0"/>
              </a:rPr>
              <a:t> criação de modelos ou telas preliminares para ajudar os usuários a visualizar e validar os requisitos.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dirty="0">
                <a:latin typeface="Arial" panose="020B0604020202020204" pitchFamily="34" charset="0"/>
              </a:rPr>
              <a:t>Exemplo: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b="1" dirty="0">
              <a:latin typeface="Arial" panose="020B0604020202020204" pitchFamily="34" charset="0"/>
            </a:endParaRPr>
          </a:p>
        </p:txBody>
      </p:sp>
      <p:pic>
        <p:nvPicPr>
          <p:cNvPr id="3" name="Picture 2" descr="Protótipo é muito mais que tela. Geralmente quando falamos ...">
            <a:extLst>
              <a:ext uri="{FF2B5EF4-FFF2-40B4-BE49-F238E27FC236}">
                <a16:creationId xmlns:a16="http://schemas.microsoft.com/office/drawing/2014/main" id="{A299BD0E-25EC-21D2-936C-333CF3EEE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833" y="5301209"/>
            <a:ext cx="2419761" cy="136111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57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0944" y="59269"/>
            <a:ext cx="11416904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	Principais técnicas de levantamento de requisitos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A50D49-9BB4-2AC1-C891-FF04D585F5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1504" y="1202269"/>
            <a:ext cx="867645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b="1" dirty="0">
                <a:latin typeface="Arial" panose="020B0604020202020204" pitchFamily="34" charset="0"/>
              </a:rPr>
              <a:t>Casos de uso:</a:t>
            </a:r>
            <a:r>
              <a:rPr lang="pt-BR" altLang="pt-BR" sz="1800" dirty="0">
                <a:latin typeface="Arial" panose="020B0604020202020204" pitchFamily="34" charset="0"/>
              </a:rPr>
              <a:t> descrição das interações entre os usuários e o sistema para representar suas funcionalidades.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b="1" dirty="0">
                <a:latin typeface="Arial" panose="020B0604020202020204" pitchFamily="34" charset="0"/>
              </a:rPr>
              <a:t>Exemplo: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207F0B6-44AE-4036-A058-24835E17A46D}"/>
              </a:ext>
            </a:extLst>
          </p:cNvPr>
          <p:cNvSpPr/>
          <p:nvPr/>
        </p:nvSpPr>
        <p:spPr>
          <a:xfrm>
            <a:off x="1631504" y="2924945"/>
            <a:ext cx="86757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Fazer um pedido: o usuário escolhe um restaurante, seleciona os produtos e realiza o pagamento;</a:t>
            </a:r>
          </a:p>
          <a:p>
            <a:pPr algn="just"/>
            <a:r>
              <a:rPr lang="pt-BR" sz="2000" dirty="0"/>
              <a:t>Acompanhar pedido: o usuário consulta o status da entrega em tempo real;</a:t>
            </a:r>
          </a:p>
          <a:p>
            <a:pPr algn="just"/>
            <a:r>
              <a:rPr lang="pt-BR" sz="2000" dirty="0"/>
              <a:t>Repetir pedido: o usuário acessa pedidos anteriores e faz novamente o mesmo pedido;</a:t>
            </a:r>
          </a:p>
          <a:p>
            <a:pPr algn="just"/>
            <a:r>
              <a:rPr lang="pt-BR" sz="2000" dirty="0"/>
              <a:t>Cancelar pedido: o usuário solicita o cancelamento dentro das condições permitidas.</a:t>
            </a:r>
          </a:p>
        </p:txBody>
      </p:sp>
    </p:spTree>
    <p:extLst>
      <p:ext uri="{BB962C8B-B14F-4D97-AF65-F5344CB8AC3E}">
        <p14:creationId xmlns:p14="http://schemas.microsoft.com/office/powerpoint/2010/main" val="2054328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4262" y="0"/>
            <a:ext cx="10515600" cy="1325563"/>
          </a:xfrm>
        </p:spPr>
        <p:txBody>
          <a:bodyPr/>
          <a:lstStyle/>
          <a:p>
            <a:r>
              <a:rPr lang="pt-BR" dirty="0"/>
              <a:t>ATIVIDADE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153" y="1116295"/>
            <a:ext cx="11145818" cy="4926623"/>
          </a:xfrm>
        </p:spPr>
        <p:txBody>
          <a:bodyPr>
            <a:normAutofit fontScale="25000" lnSpcReduction="20000"/>
          </a:bodyPr>
          <a:lstStyle/>
          <a:p>
            <a:r>
              <a:rPr lang="pt-BR" sz="6200" dirty="0"/>
              <a:t>Uma escola deseja desenvolver um </a:t>
            </a:r>
            <a:r>
              <a:rPr lang="pt-BR" sz="6200" b="1" dirty="0"/>
              <a:t>Sistema de Biblioteca Online</a:t>
            </a:r>
            <a:r>
              <a:rPr lang="pt-BR" sz="6200" dirty="0"/>
              <a:t> para melhorar o controle de empréstimos de livros.</a:t>
            </a:r>
          </a:p>
          <a:p>
            <a:pPr marL="0" indent="0">
              <a:buNone/>
            </a:pPr>
            <a:endParaRPr lang="pt-BR" sz="6200" dirty="0"/>
          </a:p>
          <a:p>
            <a:r>
              <a:rPr lang="pt-BR" sz="6200" dirty="0"/>
              <a:t>Cadastro de alunos.</a:t>
            </a:r>
          </a:p>
          <a:p>
            <a:r>
              <a:rPr lang="pt-BR" sz="6200" dirty="0"/>
              <a:t>Cadastro de livros.</a:t>
            </a:r>
          </a:p>
          <a:p>
            <a:r>
              <a:rPr lang="pt-BR" sz="6200" dirty="0"/>
              <a:t>Empréstimo e devolução de livros.</a:t>
            </a:r>
          </a:p>
          <a:p>
            <a:r>
              <a:rPr lang="pt-BR" sz="6200" dirty="0"/>
              <a:t>Consulta de livros disponíveis.</a:t>
            </a:r>
          </a:p>
          <a:p>
            <a:r>
              <a:rPr lang="pt-BR" sz="6200" dirty="0"/>
              <a:t>Controle de multas por atraso.</a:t>
            </a:r>
          </a:p>
          <a:p>
            <a:pPr marL="0" indent="0">
              <a:buNone/>
            </a:pPr>
            <a:endParaRPr lang="pt-BR" sz="6200" dirty="0"/>
          </a:p>
          <a:p>
            <a:pPr marL="0" indent="0">
              <a:buNone/>
            </a:pPr>
            <a:r>
              <a:rPr lang="pt-BR" sz="6200" dirty="0"/>
              <a:t>A escola também deseja que o sistema:</a:t>
            </a:r>
          </a:p>
          <a:p>
            <a:pPr marL="0" indent="0">
              <a:buNone/>
            </a:pPr>
            <a:endParaRPr lang="pt-BR" sz="6200" dirty="0"/>
          </a:p>
          <a:p>
            <a:r>
              <a:rPr lang="pt-BR" sz="6200" dirty="0"/>
              <a:t>Seja acessado pela internet e aplicativo.</a:t>
            </a:r>
          </a:p>
          <a:p>
            <a:r>
              <a:rPr lang="pt-BR" sz="6200" dirty="0"/>
              <a:t>Seja rápido.</a:t>
            </a:r>
          </a:p>
          <a:p>
            <a:r>
              <a:rPr lang="pt-BR" sz="6200" dirty="0"/>
              <a:t>Proteja os dados dos alunos.</a:t>
            </a:r>
          </a:p>
          <a:p>
            <a:r>
              <a:rPr lang="pt-BR" sz="6200" dirty="0"/>
              <a:t>Esteja disponível durante o horário escolar.</a:t>
            </a:r>
          </a:p>
          <a:p>
            <a:pPr marL="0" indent="0">
              <a:buNone/>
            </a:pPr>
            <a:endParaRPr lang="pt-BR" sz="6200" dirty="0"/>
          </a:p>
          <a:p>
            <a:pPr marL="0" indent="0">
              <a:buNone/>
            </a:pPr>
            <a:r>
              <a:rPr lang="pt-BR" sz="6200" dirty="0"/>
              <a:t>Fazer em uma folha requisitos funcionais e não funcionais;( pelo menos cada modulo 10 requisitos cada);</a:t>
            </a:r>
          </a:p>
          <a:p>
            <a:pPr marL="0" indent="0">
              <a:buNone/>
            </a:pPr>
            <a:r>
              <a:rPr lang="pt-BR" sz="6200" dirty="0"/>
              <a:t>Usar em formato de documentação de requisitos;</a:t>
            </a:r>
          </a:p>
          <a:p>
            <a:pPr marL="0" indent="0">
              <a:buNone/>
            </a:pPr>
            <a:r>
              <a:rPr lang="pt-BR" sz="6200" dirty="0"/>
              <a:t>Colocar a técnica de levantamento de requisitos, qual técnica utilizada e o seu formato;</a:t>
            </a:r>
          </a:p>
          <a:p>
            <a:pPr marL="0" indent="0">
              <a:buNone/>
            </a:pPr>
            <a:r>
              <a:rPr lang="pt-BR" sz="6200" dirty="0"/>
              <a:t>Criar o protótipo com 3 telas.</a:t>
            </a:r>
          </a:p>
          <a:p>
            <a:pPr marL="0" indent="0">
              <a:buNone/>
            </a:pPr>
            <a:endParaRPr lang="pt-BR" sz="4800" dirty="0"/>
          </a:p>
          <a:p>
            <a:pPr marL="0" indent="0">
              <a:buNone/>
            </a:pP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7823312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620</Words>
  <Application>Microsoft Office PowerPoint</Application>
  <PresentationFormat>Widescreen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 Técnicas de levantamento de requisitos</vt:lpstr>
      <vt:lpstr>Principais técnicas de levantamento de requisitos</vt:lpstr>
      <vt:lpstr> Principais técnicas de levantamento de requisitos</vt:lpstr>
      <vt:lpstr> Principais técnicas de levantamento de requisitos</vt:lpstr>
      <vt:lpstr> Principais técnicas de levantamento de requisitos</vt:lpstr>
      <vt:lpstr>ATIVIDADE 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Técnicas de levantamento de requisitos</dc:title>
  <dc:creator>Lab04</dc:creator>
  <cp:lastModifiedBy>Lab04</cp:lastModifiedBy>
  <cp:revision>3</cp:revision>
  <dcterms:created xsi:type="dcterms:W3CDTF">2026-08-12T00:12:02Z</dcterms:created>
  <dcterms:modified xsi:type="dcterms:W3CDTF">2026-08-12T00:30:01Z</dcterms:modified>
</cp:coreProperties>
</file>